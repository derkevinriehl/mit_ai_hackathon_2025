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56" r:id="rId4"/>
    <p:sldId id="265" r:id="rId5"/>
    <p:sldId id="267" r:id="rId6"/>
    <p:sldId id="266" r:id="rId7"/>
    <p:sldId id="262" r:id="rId8"/>
    <p:sldId id="261" r:id="rId9"/>
    <p:sldId id="257" r:id="rId10"/>
    <p:sldId id="259" r:id="rId11"/>
    <p:sldId id="260" r:id="rId12"/>
    <p:sldId id="258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42" autoAdjust="0"/>
    <p:restoredTop sz="94660"/>
  </p:normalViewPr>
  <p:slideViewPr>
    <p:cSldViewPr snapToGrid="0">
      <p:cViewPr>
        <p:scale>
          <a:sx n="75" d="100"/>
          <a:sy n="75" d="100"/>
        </p:scale>
        <p:origin x="2076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32BF-5D38-4083-8124-3B64933B8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FE2279-F3B9-45CF-9215-2A6CEC4D9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7F7A-A1E0-4F43-90ED-F98ABA8A8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31221-29D3-4FC3-88DE-755B4147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55394-C1C2-4874-9347-CD6DF2865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03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C9210-90AB-48EB-9C16-ACE615A6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B1604-CDAA-4140-90D8-F00C6BC1E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ACAFB-ECDF-436B-AC5D-89070A06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733C2-4056-4138-8D8E-78E3A2F5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3DD3B-3E7C-43F9-9311-D1EEDF14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855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FA0C-8BB1-4A7B-80AB-7365CD98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753C2-DD6E-452E-86EC-A5C4AADEE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1A523-7BE6-4F89-BBC1-0B86B41F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A2838-E172-4BF7-B66D-3435BFD2D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48B46-BD60-4BEA-BDA6-0D75E81F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05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4E59-B034-4E6D-A490-3F1E47E0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9454B-2550-4FA7-A13C-306730D7B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E66DC-B095-46DF-B909-BBC13EF7C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F7FA3-FF6E-4486-9A3B-47750D6DB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E1B6A-8BC2-4DA6-BDB7-08631BBC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AFFFB-F11A-4046-8804-C93EE2C2B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90543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378C-DB86-4BF4-8F35-EDEF70A23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F3F7DA-A6BC-4B94-A7EB-1C967E3C6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46855-9071-475C-8173-7ECDDA70DA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E9E9BA-5A95-498B-9B37-FAACE5371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ABAF3D-F17B-4C91-8DE0-7539927E12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8C47D3-FCA3-424C-8538-16110EEE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51C0DA-A611-4866-BBA0-C6188BEE5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2B29BE-439B-437E-93AB-6A3222E3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80647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5CC3-143C-47C2-993B-9F1CBDB6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5286E9-9643-4F91-AC6F-5841B9F9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E561B-3FBE-4186-87A5-CB0E99F80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D5309-35ED-4AAD-9CD9-3C1DF4F9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601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EC5692-CDE8-446C-9DB8-DE65C45BD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E73B3-6B6E-4DF5-B16C-B4232491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C1969-D455-4339-905B-50476DE86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5475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528F-C234-4792-ACB4-9BAB517C8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59819-5D43-41D4-8EA2-EA1DDC7C8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06DA96-EE12-488D-BD32-E2E56C251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ED9E5-33C5-45A5-B015-98CDCCD1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BF112-980F-4941-9B6B-5CC24CFE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C259A-53F4-437C-9737-C3E3EA777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946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D2D8A-C292-47B2-9B19-A11D91A4A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D85AA3-7D38-4E2E-9EF0-F12D75D217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70BE9-96A9-4C78-B7C7-936C01D44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C83BE-5735-4B51-B38C-D6B46386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B46D3-664F-4DA9-AE34-56A7B12B3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114E8-7BBB-477C-A34E-B432522D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828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E688-1F22-4E15-8776-447D6E7F6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FC6E-5D4B-4A9C-B20D-9E89308027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090EB-114A-4528-8E70-C0AE48162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C03C3-3661-468F-892F-C8548B71A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665F-E398-4BD4-AEDD-8D74AE80D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545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AD4485-7738-433A-8D63-E4FE4BE87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922081-B1BA-4C95-A71C-7D00EC2EF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98F3C7-92D1-4FCB-8B12-5AD92373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6DD45-6301-43B7-BE95-C53D789B5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DB0B5-7156-41A1-94EA-5C98F612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42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F93344-34C9-4A22-986E-4D298E0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29864-E787-4DBA-94B4-FB541574B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462AE-1BBD-4F50-94C9-E10E4964B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54E24-EA96-4AD7-89AE-40EF54F67658}" type="datetimeFigureOut">
              <a:rPr lang="de-CH" smtClean="0"/>
              <a:t>02.05.2025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09054-466E-4762-B50C-92968692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142BE-16FC-4F12-BC8D-F063773E5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2763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647621" y="2875002"/>
            <a:ext cx="115443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DELIVERABLES FOR HACKATHON</a:t>
            </a:r>
          </a:p>
        </p:txBody>
      </p:sp>
    </p:spTree>
    <p:extLst>
      <p:ext uri="{BB962C8B-B14F-4D97-AF65-F5344CB8AC3E}">
        <p14:creationId xmlns:p14="http://schemas.microsoft.com/office/powerpoint/2010/main" val="1309517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3ED0F9-067F-4BC4-B1F1-9BE44CBC2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566276"/>
              </p:ext>
            </p:extLst>
          </p:nvPr>
        </p:nvGraphicFramePr>
        <p:xfrm>
          <a:off x="4206875" y="2892330"/>
          <a:ext cx="5762625" cy="261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28">
                  <a:extLst>
                    <a:ext uri="{9D8B030D-6E8A-4147-A177-3AD203B41FA5}">
                      <a16:colId xmlns:a16="http://schemas.microsoft.com/office/drawing/2014/main" val="3090020332"/>
                    </a:ext>
                  </a:extLst>
                </a:gridCol>
                <a:gridCol w="1945203">
                  <a:extLst>
                    <a:ext uri="{9D8B030D-6E8A-4147-A177-3AD203B41FA5}">
                      <a16:colId xmlns:a16="http://schemas.microsoft.com/office/drawing/2014/main" val="1695622273"/>
                    </a:ext>
                  </a:extLst>
                </a:gridCol>
                <a:gridCol w="1497775">
                  <a:extLst>
                    <a:ext uri="{9D8B030D-6E8A-4147-A177-3AD203B41FA5}">
                      <a16:colId xmlns:a16="http://schemas.microsoft.com/office/drawing/2014/main" val="3579095063"/>
                    </a:ext>
                  </a:extLst>
                </a:gridCol>
                <a:gridCol w="2097519">
                  <a:extLst>
                    <a:ext uri="{9D8B030D-6E8A-4147-A177-3AD203B41FA5}">
                      <a16:colId xmlns:a16="http://schemas.microsoft.com/office/drawing/2014/main" val="829909650"/>
                    </a:ext>
                  </a:extLst>
                </a:gridCol>
              </a:tblGrid>
              <a:tr h="3270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#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Item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Format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Purpose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91870799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1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Project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Text (150–300 words)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High-level pitch for the jury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807841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2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 Video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Demonstrate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706141113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3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Tech Video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Explain how you built it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66512252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4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1-Page Report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PDF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Structured technical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098926914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5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GitHub Repository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Public link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Source code and documentation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91982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6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Zipped Code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.zip file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Local backup of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23320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7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Dataset (if used or generated)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or “N/A”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Raw </a:t>
                      </a:r>
                      <a:r>
                        <a:rPr lang="de-CH" sz="1100" dirty="0" err="1">
                          <a:effectLst/>
                        </a:rPr>
                        <a:t>or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processed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data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3379515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9640A71-F2EB-42BE-944D-D988F1CBE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609" y="767542"/>
            <a:ext cx="3210536" cy="1578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Rubric</a:t>
            </a:r>
            <a:r>
              <a:rPr kumimoji="0" lang="de-DE" altLang="de-DE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: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technical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creativity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structure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clarity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of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the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demo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CH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A9402347-494A-437D-8FD7-20A905CF9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0149" y="590570"/>
            <a:ext cx="139814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CRITERIA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21FD559D-3011-4EB4-9461-685D739AE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3593" y="2295862"/>
            <a:ext cx="217078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DELIVERABLES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754924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HACKATHON DELIVERABLES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B854E6-8A92-4CDF-B614-E8465509EEF1}"/>
              </a:ext>
            </a:extLst>
          </p:cNvPr>
          <p:cNvCxnSpPr/>
          <p:nvPr/>
        </p:nvCxnSpPr>
        <p:spPr>
          <a:xfrm flipH="1">
            <a:off x="3810171" y="36830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493149-5844-4F63-A66D-E1141C0E67C8}"/>
              </a:ext>
            </a:extLst>
          </p:cNvPr>
          <p:cNvCxnSpPr/>
          <p:nvPr/>
        </p:nvCxnSpPr>
        <p:spPr>
          <a:xfrm flipH="1">
            <a:off x="3810171" y="40386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1">
            <a:extLst>
              <a:ext uri="{FF2B5EF4-FFF2-40B4-BE49-F238E27FC236}">
                <a16:creationId xmlns:a16="http://schemas.microsoft.com/office/drawing/2014/main" id="{071EC17D-F6D5-4421-90E8-4E6B5108B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846487"/>
            <a:ext cx="1580882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Powerpoint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FE5C1042-05EB-4A61-946A-ECFB0C4DC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444845"/>
            <a:ext cx="153760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Browser UI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DB5D424A-2388-4BB9-9D5C-7B8382132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2571" y="2704138"/>
            <a:ext cx="173336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Word Report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FA2098-48E4-46D1-8E0F-0376107F9EB2}"/>
              </a:ext>
            </a:extLst>
          </p:cNvPr>
          <p:cNvCxnSpPr>
            <a:cxnSpLocks/>
          </p:cNvCxnSpPr>
          <p:nvPr/>
        </p:nvCxnSpPr>
        <p:spPr>
          <a:xfrm flipH="1" flipV="1">
            <a:off x="3810171" y="3058081"/>
            <a:ext cx="353422" cy="2947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">
            <a:extLst>
              <a:ext uri="{FF2B5EF4-FFF2-40B4-BE49-F238E27FC236}">
                <a16:creationId xmlns:a16="http://schemas.microsoft.com/office/drawing/2014/main" id="{44D4D824-D74C-42E6-A035-6FF9D861F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6918" y="4665473"/>
            <a:ext cx="101021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Github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35A2048-2E53-4D20-8A93-31E2331A2CB9}"/>
              </a:ext>
            </a:extLst>
          </p:cNvPr>
          <p:cNvCxnSpPr>
            <a:cxnSpLocks/>
          </p:cNvCxnSpPr>
          <p:nvPr/>
        </p:nvCxnSpPr>
        <p:spPr>
          <a:xfrm flipH="1">
            <a:off x="3403849" y="4702860"/>
            <a:ext cx="759744" cy="17697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70FAFA-9359-4A1C-9911-ABDB18DA6FFB}"/>
              </a:ext>
            </a:extLst>
          </p:cNvPr>
          <p:cNvCxnSpPr>
            <a:cxnSpLocks/>
          </p:cNvCxnSpPr>
          <p:nvPr/>
        </p:nvCxnSpPr>
        <p:spPr>
          <a:xfrm flipH="1" flipV="1">
            <a:off x="3599531" y="4916565"/>
            <a:ext cx="650626" cy="1312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0755EA3-E893-4F80-B6BA-6794DC0076C0}"/>
              </a:ext>
            </a:extLst>
          </p:cNvPr>
          <p:cNvCxnSpPr>
            <a:cxnSpLocks/>
          </p:cNvCxnSpPr>
          <p:nvPr/>
        </p:nvCxnSpPr>
        <p:spPr>
          <a:xfrm flipH="1">
            <a:off x="3599531" y="5388130"/>
            <a:ext cx="650626" cy="9761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1">
            <a:extLst>
              <a:ext uri="{FF2B5EF4-FFF2-40B4-BE49-F238E27FC236}">
                <a16:creationId xmlns:a16="http://schemas.microsoft.com/office/drawing/2014/main" id="{495E9701-7AE3-420D-93C6-BE5D0B18E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061" y="5257022"/>
            <a:ext cx="118333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Polybox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4631269A-162C-4A5B-B673-7FCECEC34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5" y="3692598"/>
            <a:ext cx="1933734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 Model</a:t>
            </a:r>
            <a:b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Scraping</a:t>
            </a: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Tech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47F2198-F19A-4107-9ECA-14F32BA5C159}"/>
              </a:ext>
            </a:extLst>
          </p:cNvPr>
          <p:cNvCxnSpPr>
            <a:cxnSpLocks/>
          </p:cNvCxnSpPr>
          <p:nvPr/>
        </p:nvCxnSpPr>
        <p:spPr>
          <a:xfrm flipH="1" flipV="1">
            <a:off x="3447131" y="4263831"/>
            <a:ext cx="759744" cy="1080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274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2906225" y="2875002"/>
            <a:ext cx="659808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DATA &amp; SCRAPING</a:t>
            </a:r>
            <a:br>
              <a:rPr lang="de-CH" sz="6600" b="1" dirty="0">
                <a:solidFill>
                  <a:schemeClr val="bg1"/>
                </a:solidFill>
              </a:rPr>
            </a:br>
            <a:r>
              <a:rPr lang="de-CH" sz="6600" b="1" dirty="0">
                <a:solidFill>
                  <a:schemeClr val="bg1"/>
                </a:solidFill>
              </a:rPr>
              <a:t>PIPELINE</a:t>
            </a:r>
          </a:p>
        </p:txBody>
      </p:sp>
    </p:spTree>
    <p:extLst>
      <p:ext uri="{BB962C8B-B14F-4D97-AF65-F5344CB8AC3E}">
        <p14:creationId xmlns:p14="http://schemas.microsoft.com/office/powerpoint/2010/main" val="2918493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406630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DATASOURCES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2789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372486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DATAMODELS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459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-107024"/>
            <a:ext cx="10636245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PIPELINE FOR SCRAPING / TECHNOLOGY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CH" altLang="de-DE" sz="4000" b="1" dirty="0">
                <a:latin typeface="Arial" panose="020B0604020202020204" pitchFamily="34" charset="0"/>
              </a:rPr>
              <a:t>AGENTIC AI?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486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4074625" y="2875002"/>
            <a:ext cx="46038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UI &amp; DESIGN</a:t>
            </a:r>
          </a:p>
        </p:txBody>
      </p:sp>
    </p:spTree>
    <p:extLst>
      <p:ext uri="{BB962C8B-B14F-4D97-AF65-F5344CB8AC3E}">
        <p14:creationId xmlns:p14="http://schemas.microsoft.com/office/powerpoint/2010/main" val="1542495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10880584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90623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94604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C86E9-6B04-43CE-9A50-9A788A0D8F43}"/>
              </a:ext>
            </a:extLst>
          </p:cNvPr>
          <p:cNvSpPr txBox="1"/>
          <p:nvPr/>
        </p:nvSpPr>
        <p:spPr>
          <a:xfrm>
            <a:off x="608276" y="2192774"/>
            <a:ext cx="54784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Investors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Planners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Government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Commercial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Suppliers</a:t>
            </a:r>
            <a:r>
              <a:rPr lang="de-CH" dirty="0"/>
              <a:t>: </a:t>
            </a:r>
            <a:r>
              <a:rPr lang="de-CH" dirty="0" err="1"/>
              <a:t>Manufacturers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Solar Panels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Competitors</a:t>
            </a:r>
            <a:r>
              <a:rPr lang="de-CH" dirty="0"/>
              <a:t>: Operating </a:t>
            </a:r>
            <a:r>
              <a:rPr lang="de-CH" dirty="0" err="1"/>
              <a:t>Companys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tenders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opportunities</a:t>
            </a: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/>
              <a:t>Customer: Energy / Grid Companies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5F033-DA63-4D73-AF24-1E6CD22C017E}"/>
              </a:ext>
            </a:extLst>
          </p:cNvPr>
          <p:cNvSpPr txBox="1"/>
          <p:nvPr/>
        </p:nvSpPr>
        <p:spPr>
          <a:xfrm>
            <a:off x="5929024" y="2234316"/>
            <a:ext cx="61172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Competition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projects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Opportunities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potential </a:t>
            </a:r>
            <a:r>
              <a:rPr lang="de-CH" dirty="0" err="1"/>
              <a:t>tenders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solar potential </a:t>
            </a:r>
            <a:r>
              <a:rPr lang="de-CH" dirty="0" err="1"/>
              <a:t>weather</a:t>
            </a:r>
            <a:r>
              <a:rPr lang="de-CH" dirty="0"/>
              <a:t> / </a:t>
            </a:r>
            <a:r>
              <a:rPr lang="de-CH" dirty="0" err="1"/>
              <a:t>climate</a:t>
            </a:r>
            <a:r>
              <a:rPr lang="de-CH" dirty="0"/>
              <a:t> </a:t>
            </a:r>
            <a:r>
              <a:rPr lang="de-CH" dirty="0" err="1"/>
              <a:t>conditions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</a:t>
            </a:r>
            <a:r>
              <a:rPr lang="de-CH" dirty="0" err="1"/>
              <a:t>market</a:t>
            </a:r>
            <a:r>
              <a:rPr lang="de-CH" dirty="0"/>
              <a:t> potential</a:t>
            </a:r>
            <a:br>
              <a:rPr lang="de-CH" dirty="0"/>
            </a:br>
            <a:r>
              <a:rPr lang="de-CH" dirty="0"/>
              <a:t>(</a:t>
            </a:r>
            <a:r>
              <a:rPr lang="de-CH" dirty="0" err="1"/>
              <a:t>demand</a:t>
            </a:r>
            <a:r>
              <a:rPr lang="de-CH" dirty="0"/>
              <a:t> in the </a:t>
            </a:r>
            <a:r>
              <a:rPr lang="de-CH" dirty="0" err="1"/>
              <a:t>areas</a:t>
            </a:r>
            <a:r>
              <a:rPr lang="de-CH" dirty="0"/>
              <a:t>, </a:t>
            </a:r>
            <a:r>
              <a:rPr lang="de-CH" dirty="0" err="1"/>
              <a:t>energy</a:t>
            </a:r>
            <a:r>
              <a:rPr lang="de-CH" dirty="0"/>
              <a:t> </a:t>
            </a:r>
            <a:r>
              <a:rPr lang="de-CH" dirty="0" err="1"/>
              <a:t>prices</a:t>
            </a:r>
            <a:r>
              <a:rPr lang="de-CH" dirty="0"/>
              <a:t>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Potential </a:t>
            </a:r>
            <a:r>
              <a:rPr lang="de-CH" dirty="0" err="1"/>
              <a:t>customers</a:t>
            </a:r>
            <a:r>
              <a:rPr lang="de-CH" dirty="0"/>
              <a:t> (</a:t>
            </a:r>
            <a:r>
              <a:rPr lang="de-CH" dirty="0" err="1"/>
              <a:t>grid</a:t>
            </a:r>
            <a:r>
              <a:rPr lang="de-CH" dirty="0"/>
              <a:t> </a:t>
            </a:r>
            <a:r>
              <a:rPr lang="de-CH" dirty="0" err="1"/>
              <a:t>companies</a:t>
            </a:r>
            <a:r>
              <a:rPr lang="de-CH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A0B68-4A43-4500-90BB-F57E3EA969CC}"/>
              </a:ext>
            </a:extLst>
          </p:cNvPr>
          <p:cNvSpPr/>
          <p:nvPr/>
        </p:nvSpPr>
        <p:spPr>
          <a:xfrm>
            <a:off x="6774467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778D35-6E70-40B5-A2E6-48277414F2B2}"/>
              </a:ext>
            </a:extLst>
          </p:cNvPr>
          <p:cNvSpPr txBox="1"/>
          <p:nvPr/>
        </p:nvSpPr>
        <p:spPr>
          <a:xfrm>
            <a:off x="7172537" y="1346363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Investment Navigator</a:t>
            </a:r>
          </a:p>
        </p:txBody>
      </p:sp>
    </p:spTree>
    <p:extLst>
      <p:ext uri="{BB962C8B-B14F-4D97-AF65-F5344CB8AC3E}">
        <p14:creationId xmlns:p14="http://schemas.microsoft.com/office/powerpoint/2010/main" val="745019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Projects </a:t>
            </a:r>
            <a:r>
              <a:rPr lang="de-CH" dirty="0" err="1">
                <a:solidFill>
                  <a:schemeClr val="bg1"/>
                </a:solidFill>
              </a:rPr>
              <a:t>Overview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5303520" y="1993991"/>
            <a:ext cx="41041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1099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446730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A10A0A-C859-4C95-A71A-390F5566B53D}"/>
              </a:ext>
            </a:extLst>
          </p:cNvPr>
          <p:cNvSpPr/>
          <p:nvPr/>
        </p:nvSpPr>
        <p:spPr>
          <a:xfrm>
            <a:off x="764651" y="3212327"/>
            <a:ext cx="4467305" cy="28845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44AC77-1FDF-46C4-BA97-B867D349BEDE}"/>
              </a:ext>
            </a:extLst>
          </p:cNvPr>
          <p:cNvSpPr txBox="1"/>
          <p:nvPr/>
        </p:nvSpPr>
        <p:spPr>
          <a:xfrm>
            <a:off x="1006566" y="4395243"/>
            <a:ext cx="2401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Bar Chart / Plots</a:t>
            </a:r>
            <a:br>
              <a:rPr lang="de-CH" dirty="0">
                <a:solidFill>
                  <a:schemeClr val="bg1"/>
                </a:solidFill>
              </a:rPr>
            </a:br>
            <a:r>
              <a:rPr lang="de-CH" dirty="0">
                <a:solidFill>
                  <a:schemeClr val="bg1"/>
                </a:solidFill>
              </a:rPr>
              <a:t>About Energy </a:t>
            </a:r>
            <a:r>
              <a:rPr lang="de-CH" dirty="0" err="1">
                <a:solidFill>
                  <a:schemeClr val="bg1"/>
                </a:solidFill>
              </a:rPr>
              <a:t>Produced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EC58FE-0066-4F7D-B145-0A5847343A42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</p:spTree>
    <p:extLst>
      <p:ext uri="{BB962C8B-B14F-4D97-AF65-F5344CB8AC3E}">
        <p14:creationId xmlns:p14="http://schemas.microsoft.com/office/powerpoint/2010/main" val="1254334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5638800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7145077" y="4469929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</p:spTree>
    <p:extLst>
      <p:ext uri="{BB962C8B-B14F-4D97-AF65-F5344CB8AC3E}">
        <p14:creationId xmlns:p14="http://schemas.microsoft.com/office/powerpoint/2010/main" val="77424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Investment Navigator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4226072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6525039" y="4474267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2308A9-2FA1-44CF-8C8E-BAE5A892C59E}"/>
              </a:ext>
            </a:extLst>
          </p:cNvPr>
          <p:cNvSpPr/>
          <p:nvPr/>
        </p:nvSpPr>
        <p:spPr>
          <a:xfrm>
            <a:off x="8114258" y="1993991"/>
            <a:ext cx="3010942" cy="41582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547F3D-FA88-4941-84F8-878EB11B841A}"/>
              </a:ext>
            </a:extLst>
          </p:cNvPr>
          <p:cNvSpPr txBox="1"/>
          <p:nvPr/>
        </p:nvSpPr>
        <p:spPr>
          <a:xfrm>
            <a:off x="8518928" y="2891625"/>
            <a:ext cx="22321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CALC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COST &amp; BENEFIT BREAKDOWN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POTENTIAL PROFIT</a:t>
            </a:r>
          </a:p>
        </p:txBody>
      </p:sp>
    </p:spTree>
    <p:extLst>
      <p:ext uri="{BB962C8B-B14F-4D97-AF65-F5344CB8AC3E}">
        <p14:creationId xmlns:p14="http://schemas.microsoft.com/office/powerpoint/2010/main" val="2104450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816625" y="1993991"/>
            <a:ext cx="5591093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1"/>
            <a:ext cx="28849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35533"/>
            <a:ext cx="2884998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865B1-73B0-413B-9706-CE930F270787}"/>
              </a:ext>
            </a:extLst>
          </p:cNvPr>
          <p:cNvSpPr/>
          <p:nvPr/>
        </p:nvSpPr>
        <p:spPr>
          <a:xfrm>
            <a:off x="951179" y="3899541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1347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Search Filter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B733E3-F12E-4870-8228-9AE8EDB5A0F6}"/>
              </a:ext>
            </a:extLst>
          </p:cNvPr>
          <p:cNvSpPr txBox="1"/>
          <p:nvPr/>
        </p:nvSpPr>
        <p:spPr>
          <a:xfrm>
            <a:off x="1470056" y="3452567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Results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D87DF3-2B13-4D2F-8A94-8FFB73AE8C17}"/>
              </a:ext>
            </a:extLst>
          </p:cNvPr>
          <p:cNvSpPr/>
          <p:nvPr/>
        </p:nvSpPr>
        <p:spPr>
          <a:xfrm>
            <a:off x="939833" y="5337025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DB9065-1CEB-48A8-B9FD-4BFE49325480}"/>
              </a:ext>
            </a:extLst>
          </p:cNvPr>
          <p:cNvSpPr/>
          <p:nvPr/>
        </p:nvSpPr>
        <p:spPr>
          <a:xfrm>
            <a:off x="939833" y="4623598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9AC32F-FD66-4AC0-BA6F-5D0C71AEB42F}"/>
              </a:ext>
            </a:extLst>
          </p:cNvPr>
          <p:cNvSpPr/>
          <p:nvPr/>
        </p:nvSpPr>
        <p:spPr>
          <a:xfrm>
            <a:off x="939833" y="4946519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EF17EC-BB7D-42D7-B32A-95B9FC5BF066}"/>
              </a:ext>
            </a:extLst>
          </p:cNvPr>
          <p:cNvSpPr/>
          <p:nvPr/>
        </p:nvSpPr>
        <p:spPr>
          <a:xfrm>
            <a:off x="951179" y="3244334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313B50-C3B1-4A67-8726-D49B920D456F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</p:spTree>
    <p:extLst>
      <p:ext uri="{BB962C8B-B14F-4D97-AF65-F5344CB8AC3E}">
        <p14:creationId xmlns:p14="http://schemas.microsoft.com/office/powerpoint/2010/main" val="3500092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333</Words>
  <Application>Microsoft Office PowerPoint</Application>
  <PresentationFormat>Widescreen</PresentationFormat>
  <Paragraphs>137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Riehl  Kevin</dc:creator>
  <cp:lastModifiedBy>Riehl  Kevin</cp:lastModifiedBy>
  <cp:revision>9</cp:revision>
  <dcterms:created xsi:type="dcterms:W3CDTF">2025-05-02T20:21:12Z</dcterms:created>
  <dcterms:modified xsi:type="dcterms:W3CDTF">2025-05-02T21:59:07Z</dcterms:modified>
</cp:coreProperties>
</file>